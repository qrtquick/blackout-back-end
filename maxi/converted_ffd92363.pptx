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QRT TUTORIALS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Converted from DOCX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QRT TUTORIALS</a:t>
            </a:r>
          </a:p>
          <a:p/>
          <a:p>
            <a:r>
              <a:t>1.Python 400,000</a:t>
            </a:r>
          </a:p>
          <a:p/>
          <a:p>
            <a:r>
              <a:t>2. java 700,000</a:t>
            </a:r>
          </a:p>
          <a:p/>
          <a:p>
            <a:r>
              <a:t>3.C++ 500,000</a:t>
            </a:r>
          </a:p>
          <a:p/>
          <a:p>
            <a:r>
              <a:t>4.C 500,000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